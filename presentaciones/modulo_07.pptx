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para tableros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industriales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Node-RED al dashboard propio en tiempo real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JavaScript moderno orientado a backend y frontend.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API REST con Node.js + Express sobre PostgreSQL.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tiempo real con WebSockets.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variables de proceso en el navegador con Chart.js.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dashboard propio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6893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296037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MQTT-WS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345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8922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1" name="Text 9"/>
          <p:cNvSpPr/>
          <p:nvPr/>
        </p:nvSpPr>
        <p:spPr>
          <a:xfrm>
            <a:off x="528066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(Chart.js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374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0951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60095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(Express)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8403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2980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(histórico)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fuentes de datos en el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real: WebSocket — lo que ocurre ahora mismo, sin recargar la página.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Histórico: API REST (Express) consultando PostgreSQL con parámetros seguros ($1).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dibuja ambas fuentes usando el mismo tipo de gráfica de líneas.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Express también sirve los archivos estáticos del frontend.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solo Node-RED?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de producción necesita diseño personalizado, lógica de negocio propia e integración con otros sistemas web de la planta.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Puente MQTT → WebSocket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WebSocket = require("ws");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mqtt = require("mqtt");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wss = new WebSocket.Server({ port: 8080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clienteMqtt = mqtt.connect("mqtt://localhost:1883");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clienteMqtt.on("connect", ()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clienteMqtt.subscribe("utng/#");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clienteMqtt.on("message", (topico, payload)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mensaje = JSON.stringify({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topico, datos: JSON.parse(payload.toString())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wss.clients.forEach((c)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(c.readyState === WebSocket.OPEN) c.send(mensaje);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no puede suscribirse a MQTT directamente: este puente reenvía los mensajes por WebSocket.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7.1 — Dashboard mínimo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/api/lecturas/:idEquipo para un equipo de tu proceso.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el puente WebSocket y confírmalo con console.log.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una segunda gráfica de Chart.js para otra variable.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cambia el color de fondo cuando llegue una alarma.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Construyo un endpoint REST con Express que consulta PostgreSQL de forma segura.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por qué se necesita un puente MQTT-WebSocket.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una gráfica en tiempo real funcionando con Chart.js.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Explico la diferencia entre el flujo en vivo y el histórico.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7: JavaScript para tableros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industriales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