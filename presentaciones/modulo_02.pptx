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32B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mensajería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industrial: MQTT y Mosquitto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protocolo que conecta miles de sensores en la industria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640080" cy="54864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89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— Python, Node-RED, PostgreSQL, JavaScript y MQTT para Mecatrónica y Procesos Industriales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M.T.I. Anastacio Rodríguez García · UTNG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38988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el modelo publicador/suscriptor frente al modelo petición/respuesta de HTTP.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5000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y configurar un broker Mosquitto, local y en Docker.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1012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y suscribirse a tópicos desde línea de comandos y herramientas gráficas.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27024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convención de nombres de tópicos para una planta.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2: Fundamentos de mensajería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industrial: MQTT y Mosquitto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clave de MQTT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6400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Broker: servidor central que enruta los mensajes (Mosquitto).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Tópico: ruta jerárquica, ej. planta1/linea3/horno/temperatura.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0/1/2: garantías de entrega, de “como máximo una vez” a “exactamente una vez”.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message: el broker conserva el último valor para nuevos suscriptores.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Will and Testament (LWT): aviso automático si un cliente se desconecta abruptamente.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06240" cy="4572000"/>
          </a:xfrm>
          <a:prstGeom prst="rect">
            <a:avLst/>
          </a:prstGeom>
          <a:solidFill>
            <a:srgbClr val="1E2E36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vs. MQTT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35240" y="205740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 petición/respuesta, cabeceras pesadas.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MQTT: publicador/suscriptor, cabecera de solo 2 bytes, conexión TCP persistente — ideal para miles de sensores con batería limitada y redes inestables.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2: Fundamentos de mensajería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industrial: MQTT y Mosquitto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 y suscribirse desde la terminal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4937760"/>
          </a:xfrm>
          <a:prstGeom prst="rect">
            <a:avLst/>
          </a:prstGeom>
          <a:solidFill>
            <a:srgbClr val="0E1519"/>
          </a:solidFill>
          <a:ln w="12700">
            <a:solidFill>
              <a:srgbClr val="2C3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1 — escuchar todo bajo planta1/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mosquitto_sub -h localhost -t "planta1/#" -v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2 — publicar una lectura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mosquitto_pub -h localhost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-t "planta1/linea3/horno/temperatura"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-m "78.4"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Convención de tópicos del curso: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utng/&lt;planta&gt;/&lt;area&gt;/&lt;equipo&gt;/&lt;variable&gt;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utng/planta1/linea3/horno/temperatura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utng/planta1/linea1/banda/velocidad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sustituye un nivel del tópico; # sustituye todos los niveles restantes.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2: Fundamentos de mensajería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industrial: MQTT y Mosquitto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🧪  Práctica 2.1 — Simulador por línea de comandos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un bucle bash que publique una temperatura aleatoria cada 3 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60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Suscríbete en otra terminal y observa los valores llegar.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703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usando QoS 1 y el flag -r (retained).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846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la diferencia observada al reconectar el suscriptor.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2: Fundamentos de mensajería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industrial: MQTT y Mosquitto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Autoevaluación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463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Explico QoS 0, 1 y 2 con un ejemplo industrial para cada uno.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40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Diseñé mi convención de tópicos para mi proceso elegido.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17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corre y publico/suscribo desde la terminal.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2: Fundamentos de mensajería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industrial: MQTT y Mosquitto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2026-08-08T06:15:06Z</dcterms:created>
  <dcterms:modified xsi:type="dcterms:W3CDTF">2026-08-08T06:15:06Z</dcterms:modified>
</cp:coreProperties>
</file>