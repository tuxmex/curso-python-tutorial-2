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2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 de datos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Python y Node-RED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colector: el puente entre MQTT y el histórico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640080" cy="54864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89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— Python, Node-RED, PostgreSQL, JavaScript y MQTT para Mecatrónica y Procesos Industriales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M.T.I. Anastacio Rodríguez García · UTNG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Python a PostgreSQL con psycopg2 y con SQLAlchemy.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colector MQTT → PostgreSQL en Python.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nodo postgresql de Node-RED como alternativa sin código.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2702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buenas prácticas: variables de entorno y consultas parametrizadas.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6: Persistencia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Python y Node-RED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colector como microservicio de integración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(broker)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23160" y="3246120"/>
            <a:ext cx="121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4236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373380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16880" y="3246120"/>
            <a:ext cx="121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3608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11" name="Text 9"/>
          <p:cNvSpPr/>
          <p:nvPr/>
        </p:nvSpPr>
        <p:spPr>
          <a:xfrm>
            <a:off x="682752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10600" y="3246120"/>
            <a:ext cx="121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82980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992124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(histórico)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6: Persistencia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Python y Node-RED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vs. nodo Node-RED para persistir datos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Colector en Python: fácil de probar, versionar y desplegar como servicio.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postgresql de Node-RED: más rápido de prototipar y visualizar.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deben usar consultas parametrizadas ($1, %s), nunca strings concatenados.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el colector Python como componente formal del proyecto integrador.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06240" cy="4572000"/>
          </a:xfrm>
          <a:prstGeom prst="rect">
            <a:avLst/>
          </a:prstGeom>
          <a:solidFill>
            <a:srgbClr val="1E2E36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entorno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205740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usuario y contraseña de la base de datos viven en un archivo .env, nunca en el código ni en el repositorio Git.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6: Persistencia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Python y Node-RED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Colector MQTT → PostgreSQL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solidFill>
            <a:srgbClr val="0E1519"/>
          </a:solidFill>
          <a:ln w="12700">
            <a:solidFill>
              <a:srgbClr val="2C3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al_recibir_mensaje(client, userdata, msg):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datos = json.loads(msg.payload.decode())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id_equipo = MAPA_EQUIPOS.get(datos["sensor"])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id_equipo is None: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cursor.execute(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"INSERT INTO lecturas (id_equipo, valor) 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"VALUES (%s, %s);",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(id_equipo, datos["valor"])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(json.JSONDecodeError, KeyError) as 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print(f"Mensaje inválido en {msg.topic}: {e}")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concatenar valores en el SQL con f-strings: usar siempre parámetros (%s) para evitar SQL injection.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6: Persistencia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Python y Node-RED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🧪  Práctica 6.1 — Colector completo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MAPA_EQUIPOS a los equipos de tu módulo 05.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simultáneamente el simulador y el colector.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en pgAdmin que las lecturas llegan en tiempo real.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46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manejo de reconexión ante fallas temporales de la BD.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6: Persistencia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Python y Node-RED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Autoevaluación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63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consultas parametrizadas en vez de f-strings para SQL.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40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 un colector MQTT → PostgreSQL funcional.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Entiendo la diferencia entre psycopg2 directo y un ORM.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794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colector no se detiene ante un error temporal de conexión.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6: Persistencia de datos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Python y Node-RED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2026-08-08T06:15:06Z</dcterms:created>
  <dcterms:modified xsi:type="dcterms:W3CDTF">2026-08-08T06:15:06Z</dcterms:modified>
</cp:coreProperties>
</file>