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32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-1097280"/>
            <a:ext cx="4572000" cy="457200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120640"/>
            <a:ext cx="2377440" cy="2377440"/>
          </a:xfrm>
          <a:prstGeom prst="ellipse">
            <a:avLst/>
          </a:prstGeom>
          <a:solidFill>
            <a:srgbClr val="1E2E3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Repaso, entorno de trabajo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arquitectura del sistema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Preparando el terreno: de Python a un sistema SCADA educativo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4892040"/>
            <a:ext cx="640080" cy="54864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59893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— Python, Node-RED, PostgreSQL, JavaScript y MQTT para Mecatrónica y Procesos Industriales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M.T.I. Anastacio Rodríguez García · UTNG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38988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Repasar los conceptos clave de Python necesarios para el curso.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35000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Comprender la arquitectura de referencia que se construirá módulo a módulo.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457200" cy="457200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310128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entorno completo: Python, Docker, Node.js y Git.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1: Repaso, entorno de trabajo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arquitectura del sistema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 referencia del curso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42316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86893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296037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(broker MQTT)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4345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18922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11" name="Text 9"/>
          <p:cNvSpPr/>
          <p:nvPr/>
        </p:nvSpPr>
        <p:spPr>
          <a:xfrm>
            <a:off x="528066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(flujos)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06374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50951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760095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(histórico)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84030" y="3246120"/>
            <a:ext cx="4457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829800" y="2788920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16232B"/>
          </a:solidFill>
          <a:ln/>
        </p:spPr>
      </p:sp>
      <p:sp>
        <p:nvSpPr>
          <p:cNvPr id="17" name="Text 15"/>
          <p:cNvSpPr/>
          <p:nvPr/>
        </p:nvSpPr>
        <p:spPr>
          <a:xfrm>
            <a:off x="9921240" y="288036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(JS)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1: Repaso, entorno de trabajo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arquitectura del sistema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 virtual y estructura del proyecto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64240" cy="4937760"/>
          </a:xfrm>
          <a:prstGeom prst="rect">
            <a:avLst/>
          </a:prstGeom>
          <a:solidFill>
            <a:srgbClr val="0E1519"/>
          </a:solidFill>
          <a:ln w="12700">
            <a:solidFill>
              <a:srgbClr val="2C3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Crear y activar entorno virtual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venv venv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venv/bin/activate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Congelar dependencias del módulo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--upgrade pip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freeze &gt; requirements.txt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Estructura recomendada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proyecto_scada/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docker-compose.yml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mosquitto/config/mosquitto.conf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python/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node-red/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dashboard/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módulo del curso agrega una capa de esta arquitectura, hasta llegar al sistema completo en el módulo 08.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1: Repaso, entorno de trabajo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arquitectura del sistema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🧪  Práctica 1.1 — Preparar el entorno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502920" cy="4572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417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Docker y confirma con docker --version.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560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estructura de carpetas del proyecto integrador.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3703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 docker compose up -d y valida con docker ps.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384048" cy="384048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92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48463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en tu bitácora el proceso industrial que monitorearás.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1: Repaso, entorno de trabajo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B6B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arquitectura del sistema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Autoevaluación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4630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Explico las 5 capas de la arquitectura del curso.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4028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 Docker, Python 3.11+, Node.js 18+ y Git funcionando.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E1519"/>
          </a:solidFill>
          <a:ln w="19050">
            <a:solidFill>
              <a:srgbClr val="FF7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017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Definí el caso de uso industrial de mi proyecto integrador.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65105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2 · UTNG  —  Módulo 1: Repaso, entorno de trabajo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FA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arquitectura del sistema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2026-08-08T06:15:06Z</dcterms:created>
  <dcterms:modified xsi:type="dcterms:W3CDTF">2026-08-08T06:15:06Z</dcterms:modified>
</cp:coreProperties>
</file>