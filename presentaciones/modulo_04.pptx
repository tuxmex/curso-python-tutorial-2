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visual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flujos con Node-RED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por flujos para integración industrial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modelo de programación por flujos (flow-based programming).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flujos que consuman MQTT, transformen datos y disparen alarmas.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node-red-dashboard para un panel de control instantáneo.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flujo que escribirá datos hacia PostgreSQL.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flujo de alarma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6893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296037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(parseo JSON)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345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8922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1" name="Text 9"/>
          <p:cNvSpPr/>
          <p:nvPr/>
        </p:nvSpPr>
        <p:spPr>
          <a:xfrm>
            <a:off x="528066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(umbral)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374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0951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60095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/ chart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8403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2980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(alarma)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para flujos mantenibles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nodos relacionados con comentarios y selección múltiple.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subflujos para lógica repetida entre varios sensores.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el flujo regularmente como JSON y versiónalo en Git.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escribas credenciales directamente en nodos function.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pedagógica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de Node-RED es excelente para prototipar rápido. En el módulo 07 se construye un dashboard propio en JavaScript para tener control total del diseño.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Nodo function: parsear el payload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Nodo function: "Parsear lectura"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datos;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datos = JSON.parse(msg.payload);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node.warn("Payload no válido: " + msg.payload);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msg.payload = datos.valor;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msg.sensor = datos.sensor;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msg.timestamp = datos.timestamp;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msg;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este nodo, un nodo switch separa el flujo por rangos: alarma alta, alarma baja o normal.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4.1 — Flujo completo de una variable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Construye: mqtt in → function → switch → gauge/chart + rama de alarma.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el flujo con el simulador del módulo 03.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 una condición de alarma ajustando el rango del simulador.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el flujo como modulo04_flujo_basico.json.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Construyo un flujo MQTT → transformación → dashboard sin apoyo.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cuándo usar un nodo function vs. un nodo switch.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Exporto e importo flujos como JSON versionable en Git.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 flujo funcional para al menos una variable de mi proceso.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4: Automatización visual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flujos con Node-RED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