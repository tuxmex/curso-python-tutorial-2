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como cliente MQTT: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publicación y suscripción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paho-mqtt: el puente entre Python y el piso de planta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paho-mqtt para publicar y suscribirse desde Python.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sensores industriales con datos realistas.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el payload como JSON con múltiples variables y metadatos.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27024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reconexión y manejo de errores de red.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3: Python como cliente MQTT: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suscripción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Simulando múltiples sensores a la vez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threading.Thread para simular varios sensores sin bloquear el programa principal.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hilo publica en su propio tópico con un rango de valores distinto.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will_set() define el mensaje de “desconectado” que el broker publica automáticamente.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suscriptor central usa on_connect / on_message como callbacks.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4206240" cy="4572000"/>
          </a:xfrm>
          <a:prstGeom prst="rect">
            <a:avLst/>
          </a:prstGeom>
          <a:solidFill>
            <a:srgbClr val="1E2E36"/>
          </a:solidFill>
          <a:ln/>
        </p:spPr>
      </p:sp>
      <p:sp>
        <p:nvSpPr>
          <p:cNvPr id="6" name="Text 4"/>
          <p:cNvSpPr/>
          <p:nvPr/>
        </p:nvSpPr>
        <p:spPr>
          <a:xfrm>
            <a:off x="763524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threading?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35240" y="2057400"/>
            <a:ext cx="3657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industrial real tiene decenas de sensores simultáneos. threading permite simular esa concurrencia sin escribir un programa por sensor.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3: Python como cliente MQTT: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suscripción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Publicador simple con paho-mqtt v2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time, random, json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paho.mqtt.client as mqtt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= mqtt.Client(mqtt.CallbackAPIVersion.VERSION2,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client_id="sensor_horno_01")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cliente.connect("localhost", 1883, keepalive=60)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cliente.loop_start()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lectura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"sensor": "horno_01",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"valor": round(random.uniform(60, 95), 2),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"unidad": "C",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"timestamp": time.time(),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cliente.publish(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"utng/planta1/linea3/horno/temperatura",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json.dumps(lectura), qos=1)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time.sleep(3)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permite enviar varios campos (valor, unidad, timestamp, id de sensor) en un solo mensaje.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3: Python como cliente MQTT: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suscripción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3.1 — Simulador de tu proceso industrial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2–3 variables relevantes de tu proceso.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cada una en su tópico, en JSON, cada 2–5 segundos.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will_set para simular “equipo desconectado”.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con mosquitto_sub -t "utng/#" -v que todo llega bien.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3: Python como cliente MQTT: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suscripción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Publico y me suscribo con paho-mqtt v2.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JSON como formato de payload y lo decodifico con json.loads.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Implementé un simulador multi-sensor con threading.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7947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Entiendo para qué sirve el LWT en un contexto industrial.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3: Python como cliente MQTT: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suscripción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