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datos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industriales con PostgreSQL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instantáneo al histórico de planta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y administrar PostgreSQL (local y Docker).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esquema relacional simple para datos tipo serie de tiempo.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consultas SQL de agregación útiles para reportes industriales.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pgAdmin como herramienta de administración visual.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5: Modelado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industriales con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Consultas de reporte industrial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lectura de cada equipo: subconsulta con MAX(id_lectura).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Promedio, mínimo y máximo por turno: AVG, MIN, MAX + GROUP BY.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fuera de rango: JOIN comparando valor contra el catálogo.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de alarmas por tipo en las últimas 24 horas.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PostgreSQL?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robusto, y base de sistemas SCADA/históricos ligeros. Puede evolucionar a TimescaleDB si se desea profundizar en series de tiempo.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5: Modelado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industriales con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Esquema: equipos, lecturas y alarmas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equipos 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id_equipo     SERIAL PRIMARY KEY,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    VARCHAR(100)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          VARCHAR(100)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tipo_variable VARCHAR(50)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unidad        VARCHAR(20)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valor_minimo  NUMERIC(10,2),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valor_maximo  NUMERIC(10,2)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lecturas 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id_lectura   BIGSERIAL PRIMARY KEY,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id_equipo    INTEGER REFERENCES equipos(id_equipo),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        NUMERIC(10,2)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marca_tiempo TIMESTAMPTZ NOT NULL DEFAULT now()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idx_lecturas_equipo_tiempo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lecturas (id_equipo, marca_tiempo DESC);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'equipos' (catálogo) de 'lecturas' (crece constantemente) es la base de todo modelo de series de tiempo relacional.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5: Modelado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industriales con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5.1 — Esquema para tu proceso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equipos / lecturas / alarmas a tu proceso industrial.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manualmente 10 lecturas de prueba con distinto marca_tiempo.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una consulta: equipo con más lecturas fuera de rango.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diagrama entidad-relación en tu bitácora.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5: Modelado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industriales con PostgreSQL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Justifico por qué se separan equipos y lecturas.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SQL con JOIN, GROUP BY y funciones de agregación.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PostgreSQL corriendo y accesible desde pgAdmin.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el esquema a mi propio caso de uso industrial.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5: Modelado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industriales con PostgreSQL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