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32B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097280"/>
            <a:ext cx="4572000" cy="4572000"/>
          </a:xfrm>
          <a:prstGeom prst="ellipse">
            <a:avLst/>
          </a:prstGeom>
          <a:solidFill>
            <a:srgbClr val="1E2E36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5120640"/>
            <a:ext cx="2377440" cy="2377440"/>
          </a:xfrm>
          <a:prstGeom prst="ellipse">
            <a:avLst/>
          </a:prstGeom>
          <a:solidFill>
            <a:srgbClr val="1E2E3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Proyecto integrador: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SCADA ligero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7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Integrando todo lo aprendido en un sistema funcional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892040"/>
            <a:ext cx="640080" cy="54864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989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— Python, Node-RED, PostgreSQL, JavaScript y MQTT para Mecatrónica y Procesos Industriales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M.T.I. Anastacio Rodríguez García · UTNG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aprendizaje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38988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adquisición, mensajería, automatización, persistencia y visualización.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457200" cy="45720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35000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el sistema al proceso industrial elegido desde el módulo 01.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31012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la arquitectura y las decisiones técnicas del proyecto.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343400"/>
            <a:ext cx="457200" cy="45720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27024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el sistema contra una rúbrica de criterios profesionales.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8: Proyecto integrador: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SCADA ligero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final del sistema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502920" cy="4572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7889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6232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88036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423160" y="3246120"/>
            <a:ext cx="4457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68930" y="27889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2960370" y="288036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43450" y="3246120"/>
            <a:ext cx="4457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89220" y="27889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6232B"/>
          </a:solidFill>
          <a:ln/>
        </p:spPr>
      </p:sp>
      <p:sp>
        <p:nvSpPr>
          <p:cNvPr id="11" name="Text 9"/>
          <p:cNvSpPr/>
          <p:nvPr/>
        </p:nvSpPr>
        <p:spPr>
          <a:xfrm>
            <a:off x="5280660" y="288036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 +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Colector Python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063740" y="3246120"/>
            <a:ext cx="4457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509510" y="27889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7600950" y="288036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384030" y="3246120"/>
            <a:ext cx="4457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829800" y="27889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6232B"/>
          </a:solidFill>
          <a:ln/>
        </p:spPr>
      </p:sp>
      <p:sp>
        <p:nvSpPr>
          <p:cNvPr id="17" name="Text 15"/>
          <p:cNvSpPr/>
          <p:nvPr/>
        </p:nvSpPr>
        <p:spPr>
          <a:xfrm>
            <a:off x="9921240" y="288036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8: Proyecto integrador: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SCADA ligero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mínimos del proyecto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502920" cy="4572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6400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Adquisición: al menos 3 variables de proceso simuladas o reales (ESP32).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Mensajería: Mosquitto con convención de tópicos documentada.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Automatización: flujo de Node-RED con detección de alarmas.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Persistencia: esquema PostgreSQL alimentado por un colector robusto.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Visualización: dashboard propio con vista en vivo, histórico y alarmas.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60920" y="1417320"/>
            <a:ext cx="4206240" cy="4572000"/>
          </a:xfrm>
          <a:prstGeom prst="rect">
            <a:avLst/>
          </a:prstGeom>
          <a:solidFill>
            <a:srgbClr val="1E2E36"/>
          </a:solidFill>
          <a:ln/>
        </p:spPr>
      </p:sp>
      <p:sp>
        <p:nvSpPr>
          <p:cNvPr id="6" name="Text 4"/>
          <p:cNvSpPr/>
          <p:nvPr/>
        </p:nvSpPr>
        <p:spPr>
          <a:xfrm>
            <a:off x="763524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técnica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35240" y="2057400"/>
            <a:ext cx="3657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con diagrama de arquitectura, instrucciones de instalación y justificación de las decisiones de diseño (rangos de alarma, convención de tópicos, esquema de BD).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8: Proyecto integrador: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SCADA ligero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Guía de desarrollo sugerida (por sesiones)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4937760"/>
          </a:xfrm>
          <a:prstGeom prst="rect">
            <a:avLst/>
          </a:prstGeom>
          <a:solidFill>
            <a:srgbClr val="0E1519"/>
          </a:solidFill>
          <a:ln w="12700">
            <a:solidFill>
              <a:srgbClr val="2C3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4300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  docker-compose.yml + simulador (3 variables)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2  Esquema PostgreSQL + colector estable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3  Flujo Node-RED con detección de alarmas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4  Backend Express: REST + puente WebSocket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5  Frontend: tiempo real + vista de histórico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6  Integración final, pruebas de estrés,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documentación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Extensiones opcionales: ESP32 real, autenticación TLS en Mosquitto, TimescaleDB, reportes PDF automáticos.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8: Proyecto integrador: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SCADA ligero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🧪  Rúbrica de evaluación (resumen)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502920" cy="4572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Adquisición y mensajería — 25%: variables, convención de tópicos, LWT.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33172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(Node-RED) — 15%: alarmas, subflujos reutilizables.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91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24612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— 20%: colector automático y estable ante fallas.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20624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06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16052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web — 25%: dashboard propio con tiempo real e histórico.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20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507492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— 15%: README, diagrama de arquitectura, justificación.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8: Proyecto integrador: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SCADA ligero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Autoevaluación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E1519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4630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sistema integra las 5 capas de la arquitectura de referencia.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E1519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2402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colector y los flujos son estables ante desconexiones.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E1519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0175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dashboard muestra datos en vivo, histórico y alarmas activas.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88620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E1519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7947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repositorio incluye documentación completa del proyecto.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8: Proyecto integrador: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SCADA ligero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2026-08-08T06:15:06Z</dcterms:created>
  <dcterms:modified xsi:type="dcterms:W3CDTF">2026-08-08T06:15:06Z</dcterms:modified>
</cp:coreProperties>
</file>